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Mixed Deck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SAVEASPDF-MIXED-TEXT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or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